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code\KenaKata\client\src\assets\main_bann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rgbClr val="8C3F35">
              <a:alpha val="2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1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KENAKATA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1874520"/>
            <a:ext cx="5577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Groceries,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like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next door.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85800" y="4526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1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grocery marketplace built for Dhaka — fast checkout for shoppers, a real analytics dashboard for sellers.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D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 ·  FEATURE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two sides of the same trip to the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C3F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606040"/>
            <a:ext cx="1051560" cy="1051560"/>
          </a:xfrm>
          <a:prstGeom prst="ellipse">
            <a:avLst/>
          </a:prstGeom>
          <a:solidFill>
            <a:srgbClr val="F3DCD5"/>
          </a:solidFill>
          <a:ln/>
        </p:spPr>
      </p:sp>
      <p:pic>
        <p:nvPicPr>
          <p:cNvPr id="6" name="Image 0" descr="E:\code\KenaKata\client\src\assets\fresh_fruits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770632"/>
            <a:ext cx="722376" cy="7223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931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Shoppers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44348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fresh groceries, add them to a cart, pay however they like, and track the order until it's on their doorstep.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80760" y="214884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C3F3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606040"/>
            <a:ext cx="1051560" cy="1051560"/>
          </a:xfrm>
          <a:prstGeom prst="ellipse">
            <a:avLst/>
          </a:prstGeom>
          <a:solidFill>
            <a:srgbClr val="DCE9DF"/>
          </a:solidFill>
          <a:ln/>
        </p:spPr>
      </p:sp>
      <p:pic>
        <p:nvPicPr>
          <p:cNvPr id="11" name="Image 1" descr="E:\code\KenaKata\client\src\assets\upload_ar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770632"/>
            <a:ext cx="722376" cy="7223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3931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Sellers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537960" y="44348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products, manage stock, fulfil orders, and see exactly what's selling — from a dashboard built into the same app.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Bangladesh: prices in Taka (৳), Dhaka-only delivery, orders typically arriving in 30–60 minutes.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code\KenaKata\client\src\assets\main_bann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A6B4A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0" y="10515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Browsing feels like walking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aisles, not a spreadsheet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0" y="2606040"/>
            <a:ext cx="512064" cy="512064"/>
          </a:xfrm>
          <a:prstGeom prst="ellipse">
            <a:avLst/>
          </a:prstGeom>
          <a:solidFill>
            <a:srgbClr val="F3DCD5"/>
          </a:solidFill>
          <a:ln/>
        </p:spPr>
      </p:sp>
      <p:pic>
        <p:nvPicPr>
          <p:cNvPr id="7" name="Image 1" descr="E:\code\KenaKata\client\src\assets\menu_icon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9160" y="27432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7800" y="25694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categories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257800" y="286207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Fruits, vegetables, dairy, bakery and more, organised so shoppers reach what they need in a couple of taps.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0" y="3520440"/>
            <a:ext cx="512064" cy="512064"/>
          </a:xfrm>
          <a:prstGeom prst="ellipse">
            <a:avLst/>
          </a:prstGeom>
          <a:solidFill>
            <a:srgbClr val="F3DCD5"/>
          </a:solidFill>
          <a:ln/>
        </p:spPr>
      </p:sp>
      <p:pic>
        <p:nvPicPr>
          <p:cNvPr id="11" name="Image 2" descr="E:\code\KenaKata\client\src\assets\search_icon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160" y="36576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7800" y="34838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257800" y="377647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search bar in the navigation bar jumps straight to matching products.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0" y="4434840"/>
            <a:ext cx="512064" cy="512064"/>
          </a:xfrm>
          <a:prstGeom prst="ellipse">
            <a:avLst/>
          </a:prstGeom>
          <a:solidFill>
            <a:srgbClr val="F3DCD5"/>
          </a:solidFill>
          <a:ln/>
        </p:spPr>
      </p:sp>
      <p:pic>
        <p:nvPicPr>
          <p:cNvPr id="15" name="Image 3" descr="E:\code\KenaKata\client\src\assets\star_icon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0016" y="456285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43982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sellers, front and centre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5257800" y="469087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homepage highlights popular picks and promotional banners so nothing useful is buried.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0" y="5349240"/>
            <a:ext cx="512064" cy="512064"/>
          </a:xfrm>
          <a:prstGeom prst="ellipse">
            <a:avLst/>
          </a:prstGeom>
          <a:solidFill>
            <a:srgbClr val="F3DCD5"/>
          </a:solidFill>
          <a:ln/>
        </p:spPr>
      </p:sp>
      <p:pic>
        <p:nvPicPr>
          <p:cNvPr id="19" name="Image 4" descr="E:\code\KenaKata\client\src\assets\product_list_icon.sv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00016" y="547725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53126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product pages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257800" y="560527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has its own detail page with images, pricing, and quantity selection.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cart to doorstep in a few clear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3F3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DC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108960" y="2423160"/>
            <a:ext cx="640080" cy="640080"/>
          </a:xfrm>
          <a:prstGeom prst="ellipse">
            <a:avLst/>
          </a:prstGeom>
          <a:solidFill>
            <a:srgbClr val="FBF0EC"/>
          </a:solidFill>
          <a:ln/>
        </p:spPr>
      </p:sp>
      <p:pic>
        <p:nvPicPr>
          <p:cNvPr id="7" name="Image 0" descr="E:\code\KenaKata\client\src\assets\cart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4408" y="25786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to cart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7947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quantities and see the running total update instantly, with a live cart badge in the header.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3F35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DC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6858000" y="2423160"/>
            <a:ext cx="640080" cy="640080"/>
          </a:xfrm>
          <a:prstGeom prst="ellipse">
            <a:avLst/>
          </a:prstGeom>
          <a:solidFill>
            <a:srgbClr val="FBF0EC"/>
          </a:solidFill>
          <a:ln/>
        </p:spPr>
      </p:sp>
      <p:pic>
        <p:nvPicPr>
          <p:cNvPr id="13" name="Image 1" descr="E:\code\KenaKata\client\src\assets\add_address_image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3448" y="25786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an address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09160" y="37947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delivery addresses once and pick from them at checkout — no retyping every order.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3F35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458200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DC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10607040" y="2423160"/>
            <a:ext cx="640080" cy="640080"/>
          </a:xfrm>
          <a:prstGeom prst="ellipse">
            <a:avLst/>
          </a:prstGeom>
          <a:solidFill>
            <a:srgbClr val="FBF0EC"/>
          </a:solidFill>
          <a:ln/>
        </p:spPr>
      </p:sp>
      <p:pic>
        <p:nvPicPr>
          <p:cNvPr id="19" name="Image 2" descr="E:\code\KenaKata\client\src\assets\order_ico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2488" y="25786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order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58200" y="37947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items and totals in Taka before placing the order.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C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however feels comfortable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payment paths, covering both trust-first and card-first shoppers.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074920" cy="3200400"/>
          </a:xfrm>
          <a:prstGeom prst="roundRect">
            <a:avLst>
              <a:gd name="adj" fmla="val 3429"/>
            </a:avLst>
          </a:prstGeom>
          <a:solidFill>
            <a:srgbClr val="A2493D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7889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3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৳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38404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on Delivery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434340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6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delivery rider in person when the order arrives — no card required, the default choice for many local shoppers.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377440"/>
            <a:ext cx="5074920" cy="3200400"/>
          </a:xfrm>
          <a:prstGeom prst="roundRect">
            <a:avLst>
              <a:gd name="adj" fmla="val 3429"/>
            </a:avLst>
          </a:prstGeom>
          <a:solidFill>
            <a:srgbClr val="A2493D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7889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684264" y="2953512"/>
            <a:ext cx="438912" cy="310896"/>
          </a:xfrm>
          <a:prstGeom prst="roundRect">
            <a:avLst>
              <a:gd name="adj" fmla="val 11765"/>
            </a:avLst>
          </a:prstGeom>
          <a:solidFill>
            <a:srgbClr val="8C3F35"/>
          </a:solidFill>
          <a:ln/>
        </p:spPr>
      </p:sp>
      <p:sp>
        <p:nvSpPr>
          <p:cNvPr id="13" name="Shape 11"/>
          <p:cNvSpPr/>
          <p:nvPr/>
        </p:nvSpPr>
        <p:spPr>
          <a:xfrm>
            <a:off x="6684264" y="3026664"/>
            <a:ext cx="438912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8404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Card, via Stripe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434340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6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 at checkout with secure, verified card payment — the order is confirmed automatically once payment clears.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1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— either payment method — triggers a branded confirmation email automatically.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Shoppers always know where their order stands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3F3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514600"/>
            <a:ext cx="777240" cy="777240"/>
          </a:xfrm>
          <a:prstGeom prst="ellipse">
            <a:avLst/>
          </a:prstGeom>
          <a:solidFill>
            <a:srgbClr val="DCE9DF"/>
          </a:solidFill>
          <a:ln/>
        </p:spPr>
      </p:sp>
      <p:pic>
        <p:nvPicPr>
          <p:cNvPr id="6" name="Image 0" descr="E:\code\KenaKata\client\src\assets\order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3584" y="270662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Orders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1560" y="352044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page lists every past order — items, quantities, totals, and payment status — so shoppers never have to ask “where is it?”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0" y="2103120"/>
            <a:ext cx="5623560" cy="3749040"/>
          </a:xfrm>
          <a:prstGeom prst="roundRect">
            <a:avLst>
              <a:gd name="adj" fmla="val 2439"/>
            </a:avLst>
          </a:prstGeom>
          <a:solidFill>
            <a:srgbClr val="3A6B4A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25146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E:\code\KenaKata\client\src\assets\nav_cart_ico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7104" y="270662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Email Confirmations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55080" y="352044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the moment an order is placed, whether paid by card or Cash on Delivery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Branded, itemised, and shows the full price and delivery breakdown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email confirms once online payment is verified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that stay simple and secure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C3F35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566928" cy="566928"/>
          </a:xfrm>
          <a:prstGeom prst="ellipse">
            <a:avLst/>
          </a:prstGeom>
          <a:solidFill>
            <a:srgbClr val="F3DCD5"/>
          </a:solidFill>
          <a:ln/>
        </p:spPr>
      </p:sp>
      <p:pic>
        <p:nvPicPr>
          <p:cNvPr id="6" name="Image 0" descr="E:\code\KenaKata\client\src\assets\profile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7432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3832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&amp; log 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32688" y="416052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sign-up gets shoppers ordering in moments.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8144" y="228600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C3F35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58184" y="2606040"/>
            <a:ext cx="566928" cy="566928"/>
          </a:xfrm>
          <a:prstGeom prst="ellipse">
            <a:avLst/>
          </a:prstGeom>
          <a:solidFill>
            <a:srgbClr val="DCE9DF"/>
          </a:solidFill>
          <a:ln/>
        </p:spPr>
      </p:sp>
      <p:pic>
        <p:nvPicPr>
          <p:cNvPr id="11" name="Image 1" descr="E:\code\KenaKata\client\src\assets\profile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27432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33832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Forgot-password recovery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30752" y="416052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reset flow when a password slips their mind.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228600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C3F35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6248" y="2606040"/>
            <a:ext cx="566928" cy="566928"/>
          </a:xfrm>
          <a:prstGeom prst="ellipse">
            <a:avLst/>
          </a:prstGeom>
          <a:solidFill>
            <a:srgbClr val="F3DCD5"/>
          </a:solidFill>
          <a:ln/>
        </p:spPr>
      </p:sp>
      <p:pic>
        <p:nvPicPr>
          <p:cNvPr id="16" name="Image 2" descr="E:\code\KenaKata\client\src\assets\profil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7432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33832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password anytime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28816" y="416052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credentials from the account settings.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34272" y="228600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C3F35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54312" y="2606040"/>
            <a:ext cx="566928" cy="566928"/>
          </a:xfrm>
          <a:prstGeom prst="ellipse">
            <a:avLst/>
          </a:prstGeom>
          <a:solidFill>
            <a:srgbClr val="DCE9DF"/>
          </a:solidFill>
          <a:ln/>
        </p:spPr>
      </p:sp>
      <p:pic>
        <p:nvPicPr>
          <p:cNvPr id="21" name="Image 3" descr="E:\code\KenaKata\client\src\assets\profile_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27432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3832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Editable profile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26880" y="416052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contact details current for smoother deliveries.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action is protected by encrypted passwords and signed session tokens behind the scenes.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C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back office for the people selling the groceries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gated seller area — its own login, hidden from ordinary shoppers.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A249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products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6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 and details for new items in a simple form.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A2493D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606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09160" y="3291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the catalogue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6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prices, toggle stock availability, or remove listings.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A249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606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58200" y="3291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orders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5820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6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incoming orders and move them through fulfilment.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numbers, not just a product 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analytics dashboard turns raw orders into decisions sellers can act 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732520" y="914400"/>
            <a:ext cx="2834640" cy="2834640"/>
          </a:xfrm>
          <a:prstGeom prst="ellipse">
            <a:avLst/>
          </a:prstGeom>
          <a:solidFill>
            <a:srgbClr val="F3DCD5"/>
          </a:solidFill>
          <a:ln/>
        </p:spPr>
      </p:sp>
      <p:pic>
        <p:nvPicPr>
          <p:cNvPr id="6" name="Image 0" descr="E:\code\KenaKata\client\src\assets\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280160"/>
            <a:ext cx="210312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560320"/>
            <a:ext cx="109728" cy="109728"/>
          </a:xfrm>
          <a:prstGeom prst="ellipse">
            <a:avLst/>
          </a:prstGeom>
          <a:solidFill>
            <a:srgbClr val="B8574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441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91840" y="24414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earnings, viewable as a running trend over time.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182112"/>
            <a:ext cx="109728" cy="109728"/>
          </a:xfrm>
          <a:prstGeom prst="ellipse">
            <a:avLst/>
          </a:prstGeom>
          <a:solidFill>
            <a:srgbClr val="B8574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sold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9184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moved across the whole catalogue.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803904"/>
            <a:ext cx="109728" cy="109728"/>
          </a:xfrm>
          <a:prstGeom prst="ellipse">
            <a:avLst/>
          </a:prstGeom>
          <a:solidFill>
            <a:srgbClr val="B8574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85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mix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91840" y="36850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orders split between Cash on Delivery and card.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425696"/>
            <a:ext cx="109728" cy="109728"/>
          </a:xfrm>
          <a:prstGeom prst="ellipse">
            <a:avLst/>
          </a:prstGeom>
          <a:solidFill>
            <a:srgbClr val="B8574A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3068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43068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customers buy most.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5047488"/>
            <a:ext cx="109728" cy="109728"/>
          </a:xfrm>
          <a:prstGeom prst="ellipse">
            <a:avLst/>
          </a:prstGeom>
          <a:solidFill>
            <a:srgbClr val="B8574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49286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locations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291840" y="49286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delivery areas drive the most orders.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C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code\KenaKata\client\src\assets\bottom_banner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rgbClr val="8C3F35">
              <a:alpha val="2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1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KENAKATA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260604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storefront.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dashboard.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step, covered.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4800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1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 ·  Cart &amp; Checkout  ·  Payments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1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 ·  Accounts  ·  Seller Tools  · 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2026-08-19T09:59:24Z</dcterms:created>
  <dcterms:modified xsi:type="dcterms:W3CDTF">2026-08-19T09:59:24Z</dcterms:modified>
</cp:coreProperties>
</file>